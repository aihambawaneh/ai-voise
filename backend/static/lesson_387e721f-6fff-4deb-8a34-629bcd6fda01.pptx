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يا هلا والله بالجاذبية.. وش سالفتها؟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كل شيء إذا رميناه فوق، لازم يرجع ويطيح على الأرض، ما يطير في السماء أبداً.</a:t>
            </a:r>
          </a:p>
          <a:p>
            <a:r>
              <a:t>فيه قصة يقولون إن عالم ذكي مرة اسمه نيوتن، شاف تفاحة طاحت من الشجرة وفكر ليه طاحت لتحت مو فوق؟ ومن هنا عرفنا سر الجاذبية.</a:t>
            </a:r>
          </a:p>
          <a:p>
            <a:r>
              <a:t>الجاذبية هذي يا حلوين، هي اللي تخلينا واقفين على الأرض بثبات وما نطير كذا بالهوا زي البالونات، تحافظ علينا ما نطيح في الفضاء.</a:t>
            </a:r>
          </a:p>
          <a:p>
            <a:r>
              <a:t>تخيلوها كأنها قوة سحرية عظيمة تسحب كل الأشياء، سواء كانت ثقيلة ولا خفيفة، وتخليها دايماً متجهة لتحت، للأرض.</a:t>
            </a:r>
          </a:p>
          <a:p>
            <a:r>
              <a:t>هي اللي تخلي الألعاب اللي ترمونها فوق ترجع لكم، وتخلي الكورة اللي تشوتونها ترجع تنزل على العشب.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شلون الأرض تسحب كل شي يا حلوين؟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الأرض اللي نعيش عليها مره كبيره وضخمة، تخيلوها زي الأم الكبيرة اللي عندها قوة سحب عظيمة تضم كل عيالها الصغار لها.</a:t>
            </a:r>
          </a:p>
          <a:p>
            <a:r>
              <a:t>الأشياء اللي تكون كبيرة مرة، زي كوكبنا الأرض الكبير، يكون عندها قوة سحب أقوى للأشياء الأصغر منها، زي ما المغناطيس الكبير يسحب الأشياء الصغيرة.</a:t>
            </a:r>
          </a:p>
          <a:p>
            <a:r>
              <a:t>كل ما صرنا أقرب من الأرض، كل ما الجاذبية سحبتنا أقوى وأقوى، عشان كذا لما نقفز نرجع بسرعة.</a:t>
            </a:r>
          </a:p>
          <a:p>
            <a:r>
              <a:t>الجاذبية تسحب كل شيء، سواء كان ريشة خفيفة مرة أو حجر ثقيل وكبير، كلهم يطيحون لتحت ويوصلون الأرض.</a:t>
            </a:r>
          </a:p>
          <a:p>
            <a:r>
              <a:t>هي اللي تخلي الكرة تنزل لما نشوتها في السماء، وتخلي المطر ينزل من الغيوم العالية لين يوصل الأرض.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 حولنا.. شوفوا معي يا أبطال!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لما نقفز ونطنط في أي مكان، لازم نرجع وننزل على الأرض بسبتها، ما في أحد يقدر يطير للأبد.</a:t>
            </a:r>
          </a:p>
          <a:p>
            <a:r>
              <a:t>المويه اللي نشربها لما تفتحون الحنفية (الصنبور)، تشوفونها تنزل لتحت في الكوب مو تطير فوق للسقف.</a:t>
            </a:r>
          </a:p>
          <a:p>
            <a:r>
              <a:t>أوراق الشجر لما تطيح من الشجرة في الخريف، تشوفونها تنزل على الأرض مباشرة مو تروح للفضاء البعيد.</a:t>
            </a:r>
          </a:p>
          <a:p>
            <a:r>
              <a:t>لما نرمي كورة سلة عشان نسجل هدف، أو كورة قدم عشان نشوتها، الكورة هذي لازم ترجع وتطيح على الأرض في الأخير.</a:t>
            </a:r>
          </a:p>
          <a:p>
            <a:r>
              <a:t>حتى الطيور الشاطرة اللي تطير فوق في السماء، لازم ترجع وتنزل على عشها أو على الأرض عشان تاكل أو تشرب أو ترتاح في بيتها.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