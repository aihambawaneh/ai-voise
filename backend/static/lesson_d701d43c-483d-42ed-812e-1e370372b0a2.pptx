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رحلة النجوم السحرية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نطالع السما ونشوف النجوم والكواكب اللي تلمع.</a:t>
            </a:r>
          </a:p>
          <a:p>
            <a:r>
              <a:t>علم الفلك يخلينا نفهم قصص كل شي بالسما.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نجوم تلمع وشمسنا البطلة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كل نقطة ضوء نشوفها بالليل هي نجمة، كأنها شموع عملاقة.</a:t>
            </a:r>
          </a:p>
          <a:p>
            <a:r>
              <a:t>شمسنا اللي تصحينا كل يوم، هي نجمة كبيييرة تعطينا الدفا والنور.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القمر الصديق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القمر كأنه مراية كبيرة للسما تطلع لنا بالليل.</a:t>
            </a:r>
          </a:p>
          <a:p>
            <a:r>
              <a:t>هو يدور حول أرضنا مثل ما أنت تدور حول ماما وبابا.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بيوت الكواكب السحرية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الكواكب كأنها بيوت كبيرة ملونة تدور حول الشمس.</a:t>
            </a:r>
          </a:p>
          <a:p>
            <a:r>
              <a:t>أرضنا اللي نعيش فيها، هي كوكب من هذي البيوت.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