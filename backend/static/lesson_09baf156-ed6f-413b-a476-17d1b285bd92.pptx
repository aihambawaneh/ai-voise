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بايثون: صديقنا الساحر في عالم الكمبيوتر!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يا أبطال! بايثون هو لغة يتحدثها الكمبيوتر ليفهمنا.</a:t>
            </a:r>
          </a:p>
          <a:p>
            <a:r>
              <a:t>كأنه كتاب وصفات سحرية، نخبره ماذا يفعل خطوة بخطوة.</a:t>
            </a:r>
          </a:p>
          <a:p>
            <a:r>
              <a:t>يساعدنا على بناء ألعاب ممتعة وقصص شيقة وبرامج رائعة.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ماذا يفعل بايثون؟ يبني عالماً مليئاً بالمرح!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يا حلوين! بايثون يستطيع صنع الكثير من الأشياء المدهشة.</a:t>
            </a:r>
          </a:p>
          <a:p>
            <a:r>
              <a:t>يصمم الألعاب التي نلعبها على الأجهزة الذكية.</a:t>
            </a:r>
          </a:p>
          <a:p>
            <a:r>
              <a:t>يساعد في صنع المواقع الإلكترونية والتطبيقات التي نستخدمها كل يوم.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كيف يتكلم بايثون؟ لغة سهلة وواضحة جداً!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يا أصدقائي الصغار! لغة بايثون تشبه كتابة الجمل البسيطة.</a:t>
            </a:r>
          </a:p>
          <a:p>
            <a:r>
              <a:t>نكتب له الأوامر بلغة تشبه الإنجليزية، لكنها سهلة جداً.</a:t>
            </a:r>
          </a:p>
          <a:p>
            <a:r>
              <a:t>الكمبيوتر يفهم هذه الأوامر وينفذها بدقة ليحقق ما نريده.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لماذا بايثون بطل خارق؟ لأنه يساعدنا على الابتكار!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يا أبطال المستقبل! بايثون هو مثل صديق ذكي جداً.</a:t>
            </a:r>
          </a:p>
          <a:p>
            <a:r>
              <a:t>الكثير من الناس في العالم يحبونه لأنه سهل ومفيد.</a:t>
            </a:r>
          </a:p>
          <a:p>
            <a:r>
              <a:t>يفتح لنا باباً للتفكير الإبداعي واختراع أشياء جديدة ممتعة!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