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إيش السر اللي يخلينا ما نطير؟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تخيلوا معي، كل شيء حولنا على الأرض، سواء كنتم أنتم أو الكراسي أو لعبكم، ما يطير فجأة في السماء ويختفي.</a:t>
            </a:r>
          </a:p>
          <a:p>
            <a:r>
              <a:t>لما تقفزون وتتنططون وتوصلون لفوق شوية، إيش يصير؟ طبعاً ترجعون تنزلون على الأرض بسرعة صح؟</a:t>
            </a:r>
          </a:p>
          <a:p>
            <a:r>
              <a:t>وإذا رميتوا كورة عالية مره فوق، ما تظل معلقة بالسماء، دايماً ترجع تنزل لنا تحت مرة ثانية.</a:t>
            </a:r>
          </a:p>
          <a:p>
            <a:r>
              <a:t>فيه قوة سحرية عظيمة مره هي اللي تخلي كل هذي الأشياء تصير وتخلينا ثابتين على الأرض.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الجاذبية: صاحبتنا اللي ما تنشاف!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تخيلوا معي يا أصدقائي إن فيه يد سحرية كبيرة مره وقوية جداً، بس ما نقدر نشوفها أبداً.</a:t>
            </a:r>
          </a:p>
          <a:p>
            <a:r>
              <a:t>هذي اليد السحرية تسحبنا وتسحب كل شيء حولنا بقوة لتحت، يعني كأنها تقول 'تعالوا هنا، لا تطيرون!'.</a:t>
            </a:r>
          </a:p>
          <a:p>
            <a:r>
              <a:t>هي زي المغناطيس الكبير مره اللي يجذب الحديد بقوة ويخليه يلزق فيه، بس هذي اليد تجذب كل شيء مو بس الحديد.</a:t>
            </a:r>
          </a:p>
          <a:p>
            <a:r>
              <a:t>يعني هذي اليد السحرية ما تنشاف أبداً، بس احنا دايماً نحس بقوتها، وتساعدنا كثير في حياتنا كل يوم.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كرتنا الأرضية.. مغناطيس عملاق!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الكرة الأرضية اللي احنا عايشين عليها هذي مره كبيرة، ومختلفة عن أي كورة لعب شفتوها بحياتكم.</a:t>
            </a:r>
          </a:p>
          <a:p>
            <a:r>
              <a:t>الأرض هذي العظيمة مره هي اللي فيها هذي القوة السحرية اللي اسمها الجاذبية، هي مصدرها الأساسي.</a:t>
            </a:r>
          </a:p>
          <a:p>
            <a:r>
              <a:t>كل ما كان الشيء أكبر حجمًا، كل ما كانت قوته في الجذب أكبر بكثير وهذا السر في قوة الأرض.</a:t>
            </a:r>
          </a:p>
          <a:p>
            <a:r>
              <a:t>عشان كذا الأرض تجذب كل شيء عليها بقوة مره كبيرة، وتثبتنا احنا وكل الأشياء على سطحها.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الجاذبية تسوي إيش؟ أمثلة!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مرة سمعت قصة عن عالم ذكي اسمه نيوتن، كان جالس تحت شجرة وطاحت عليه تفاحة، وهذي الجاذبية هي اللي خلتها تطيح!</a:t>
            </a:r>
          </a:p>
          <a:p>
            <a:r>
              <a:t>لما تشوفون مويه تنزل من الشلال من فوق الجبل، الجاذبية هي اللي تسحبها وتنزلها تحت بقوة.</a:t>
            </a:r>
          </a:p>
          <a:p>
            <a:r>
              <a:t>احنا لما نمشي ونتحرك ونلعب على الأرض، ما نطيح في الفضاء ولا نصير طايرين، هذا بفضل الجاذبية.</a:t>
            </a:r>
          </a:p>
          <a:p>
            <a:r>
              <a:t>وإذا قفزتوا عالي مره، الجاذبية تسحبكم على طول وتخليكم ترجعون تنزلون على الأرض.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تخيلوا.. لو ما فيه جاذبية!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تخيلوا معي لو ما كانت الجاذبية موجودة أبدًا، إيش ممكن يصير؟ كان كل شيء يطير في السما.</a:t>
            </a:r>
          </a:p>
          <a:p>
            <a:r>
              <a:t>ألعابكم كانت تطير، وأكلكم كان يطير، وحتى أنتم كنتم بتطيرون في كل مكان وما تقدرون تثبتون.</a:t>
            </a:r>
          </a:p>
          <a:p>
            <a:r>
              <a:t>المويه اللي تشربونها كانت بتطير في الهواء وما تقدرون تشربونها، والسيارات ما كانت بتمشي في الشوارع.</a:t>
            </a:r>
          </a:p>
          <a:p>
            <a:r>
              <a:t>كانت الدنيا كلها بتصير فوضى عارمة مره، وكثير مضحكة وغريبة في نفس الوقت!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الجاذبية.. صديقتنا وتساعدنا!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الجاذبية تخلينا نعيش على الأرض بأمان وراحة، وما نخاف إننا نطير أو نتشتت.</a:t>
            </a:r>
          </a:p>
          <a:p>
            <a:r>
              <a:t>هي اللي تثبت كل شيء مكانه، وتخلي بيوتنا وسيارتنا وأشجارنا ثابتة وما تتحرك لوحدها.</a:t>
            </a:r>
          </a:p>
          <a:p>
            <a:r>
              <a:t>تساعدنا نلعب الكورة ونركض ونطمر ونقفز ونستمتع بحياتنا بدون ما نطيح في الفضاء.</a:t>
            </a:r>
          </a:p>
          <a:p>
            <a:r>
              <a:t>يعني هي زي الصديقة السحرية اللي تحمينا وتساعدنا كل يوم، عشان كذا لازم نقول شكراً يا جاذبية!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