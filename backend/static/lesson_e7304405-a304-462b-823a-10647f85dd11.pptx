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الجاذبية: القوة السحرية التي تسحب كل شيء للأسفل!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هل تساءلت يوماً لماذا تسقط التفاحة من الشجرة ولا تطير إلى الفضاء البعيد؟</a:t>
            </a:r>
          </a:p>
          <a:p>
            <a:r>
              <a:t>هناك قوة خفية ومدهشة تسحب كل الأشياء التي حولنا إلى الأسفل، نحو الأرض التي نقف عليها.</a:t>
            </a:r>
          </a:p>
          <a:p>
            <a:r>
              <a:t>هذه القوة تشبه المغناطيس العملاق الذي يجذب كل شيء إليه، لكنه مغناطيس لا نراه بعيوننا!</a:t>
            </a:r>
          </a:p>
          <a:p>
            <a:r>
              <a:t>لولا هذه القوة، لكانت ألعابك وكراتك تطير بعيداً في الهواء مثل البالونات، ولن تستطيع الإمساك بها أبداً.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 في حياتنا اليومية: أين نراها؟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عندما تقفز عالياً جداً، تعيدك الجاذبية إلى الأرض مرة أخرى لكي لا تطير في السماء الزرقاء.</a:t>
            </a:r>
          </a:p>
          <a:p>
            <a:r>
              <a:t>كل قطرة ماء تسقط من الصنبور، تسحبها الجاذبية نحو الأرض لتسقط في الكوب أو الحوض.</a:t>
            </a:r>
          </a:p>
          <a:p>
            <a:r>
              <a:t>حتى عندما تنزل من السرير في الصباح، تساعدك الجاذبية على الوقوف بثبات على الأرض دون أن تطفو في الهواء.</a:t>
            </a:r>
          </a:p>
          <a:p>
            <a:r>
              <a:t>لولا الجاذبية، لكانت كل الألعاب على الأرض تتطاير في الهواء مثل البالونات التي تفرغ من الهواء.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لماذا لا نطير بعيداً عن كوكبنا الجميل؟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كوكب الأرض الذي نعيش عليه كبير جداً، وهو يمتلك قوة جاذبية قوية جداً تمسك بنا.</a:t>
            </a:r>
          </a:p>
          <a:p>
            <a:r>
              <a:t>هذه الجاذبية هي التي تمسك بنا وبكل شيء على سطح الأرض بقوة، مثل الغراء السحري غير المرئي.</a:t>
            </a:r>
          </a:p>
          <a:p>
            <a:r>
              <a:t>بسببها، تبقى البيوت والأشجار والسيارات ثابتة في مكانها ولا تقع أو تطير بعيداً في الفضاء.</a:t>
            </a:r>
          </a:p>
          <a:p>
            <a:r>
              <a:t>الجاذبية تجعلنا نعيش بأمان على كوكبنا، فلا أحد منا يسقط أو يطفو في الفضاء الواسع.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 حولنا: القمر والنجوم أيضاً!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الجاذبية ليست فقط على الأرض، بل هي في كل مكان في الفضاء الواسع والنجوم البعيدة!</a:t>
            </a:r>
          </a:p>
          <a:p>
            <a:r>
              <a:t>القمر الصغير الجميل يدور حول كوكب الأرض بسبب جاذبية الأرض التي تسحبه إليه بلطف.</a:t>
            </a:r>
          </a:p>
          <a:p>
            <a:r>
              <a:t>الشمس العملاقة تجذب الكواكب كلها، بما فيها أرضنا الزرقاء، لتدور حولها بانتظام وكأنها ترقص.</a:t>
            </a:r>
          </a:p>
          <a:p>
            <a:r>
              <a:t>كل شيء كبير في الفضاء له جاذبية خاصة به، مثل النجوم اللامعة والكواكب الكبيرة البعيدة.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تذكروا قوة الجاذبية السحرية!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الجاذبية هي القوة الخفية التي تسحب كل شيء، سواء كان كبيراً أم صغيراً، نحو الأسفل.</a:t>
            </a:r>
          </a:p>
          <a:p>
            <a:r>
              <a:t>بسببها، تبقى أقدامنا على الأرض ثابتة وقوية ولا نطير في الهواء مثل الريشة الخفيفة.</a:t>
            </a:r>
          </a:p>
          <a:p>
            <a:r>
              <a:t>هي التي تجعل الألعاب والكرات تسقط إلى الأسفل بعد رميها، وتجعل الماء ينساب من الأعلى إلى الأسفل.</a:t>
            </a:r>
          </a:p>
          <a:p>
            <a:r>
              <a:t>الجاذبية هي صديقتنا التي تحافظ على النظام في كوكبنا الجميل وفي الفضاء الواسع جداً.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