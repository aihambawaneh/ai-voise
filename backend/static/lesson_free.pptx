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نظرة على السماء الساحرة!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سنتعلّم كيف ننظر إلى السماء ليلاً ونهاراً.</a:t>
            </a:r>
          </a:p>
          <a:p>
            <a:r>
              <a:t>سنتحدّث عن الشمس المضيئة، القمر المتغيّر، والنجوم اللامعة.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الشمس والنجوم: مصابيحنا العملاقة!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الشمس هي نجم كبير جداً يعطينا الضوء والدفء.</a:t>
            </a:r>
          </a:p>
          <a:p>
            <a:r>
              <a:t>النجوم في الليل هي شمس بعيدة جداً جداً.</a:t>
            </a:r>
          </a:p>
          <a:p>
            <a:r>
              <a:t>الشمس هي كوكبنا الكبير الذي يدور حوله الكواكب.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القمر: صديق الليل المتغير!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القمر يظهر في السماء ليلاً، وأحياناً في النهار.</a:t>
            </a:r>
          </a:p>
          <a:p>
            <a:r>
              <a:t>شكله يتغير كل ليلة، أحياناً يكون دائرة كاملة وأحياناً هلالاً رفيعاً.</a:t>
            </a:r>
          </a:p>
          <a:p>
            <a:r>
              <a:t>القمر لا يضيء بنفسه، بل يعكس ضوء الشمس مثل المرآة.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الكواكب: كراتنا الراقصة حول الشمس!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الكواكب هي كرات كبيرة تدور حول الشمس.</a:t>
            </a:r>
          </a:p>
          <a:p>
            <a:r>
              <a:t>الأرض التي نعيش عليها هي كوكب من هذه الكواكب.</a:t>
            </a:r>
          </a:p>
          <a:p>
            <a:r>
              <a:t>كل كوكب له لون وحجم وشكل مختلف.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