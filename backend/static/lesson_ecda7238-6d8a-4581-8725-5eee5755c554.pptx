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الجاذبية: إعادة نظر للثوابت الكونية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الجاذبية: قوة كونية أساسية.</a:t>
            </a:r>
          </a:p>
          <a:p>
            <a:r>
              <a:t>نظرة تاريخية: من نيوتن إلى آينشتاين.</a:t>
            </a:r>
          </a:p>
          <a:p>
            <a:r>
              <a:t>أهمية فهمها في الفيزياء الحديثة.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من نيوتن لآينشتاين: تحولات مفاهيمية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قانون نيوتن: قوة جذب لحظية وعن بعد.</a:t>
            </a:r>
          </a:p>
          <a:p>
            <a:r>
              <a:t>مشاكل نموذج نيوتن: عدم تفسير دقيق لبعض الظواهر.</a:t>
            </a:r>
          </a:p>
          <a:p>
            <a:r>
              <a:t>ثورة آينشتاين: الزمكان المنحني يحل محل القوة.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النسبية العامة: هندسة الزمكان والجاذبية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 كتشوه للزمكان رباعي الأبعاد.</a:t>
            </a:r>
          </a:p>
          <a:p>
            <a:r>
              <a:t>مبدأ التكافؤ: تسارع لا يميز عن الجاذبية.</a:t>
            </a:r>
          </a:p>
          <a:p>
            <a:r>
              <a:t>معادلات آينشتاين للمجال: قلب النظرية.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شهود العيان: أدلة تجريبية على النسبية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انحراف الضوء حول الأجرام الثقيلة.</a:t>
            </a:r>
          </a:p>
          <a:p>
            <a:r>
              <a:t>تقدم حضيض عطارد الشاذ.</a:t>
            </a:r>
          </a:p>
          <a:p>
            <a:r>
              <a:t>الإزاحة الحمراء الثقالية.</a:t>
            </a:r>
          </a:p>
          <a:p>
            <a:r>
              <a:t>عدسات الجاذبية الكونية.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الثقوب السوداء: أعماق الجاذبية القصوى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انهيار نجمي يؤدي لتكوين الثقب.</a:t>
            </a:r>
          </a:p>
          <a:p>
            <a:r>
              <a:t>أفق الحدث: لا عودة بعده.</a:t>
            </a:r>
          </a:p>
          <a:p>
            <a:r>
              <a:t>تنوع الثقوب السوداء: شوارزشيلد وكير.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موجات الجاذبية: رنين الزمكان الكوني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تنبؤ آينشتاين بالموجات الثقالية.</a:t>
            </a:r>
          </a:p>
          <a:p>
            <a:r>
              <a:t>مصادرها: أحداث كونية عنيفة.</a:t>
            </a:r>
          </a:p>
          <a:p>
            <a:r>
              <a:t>كشفها التجريبي بواسطة LIGO/Virgo.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والكون: توسع وغموض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الجاذبية: القوة المهيمنة على النطاق الكوني.</a:t>
            </a:r>
          </a:p>
          <a:p>
            <a:r>
              <a:t>المادة المظلمة: دورها في تشكيل البنى الكونية.</a:t>
            </a:r>
          </a:p>
          <a:p>
            <a:r>
              <a:t>الطاقة المظلمة: سر توسع الكون المتسارع.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الكمومية: محاولة التوحيد الأعظم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التحدي: دمج النسبية والكمومية.</a:t>
            </a:r>
          </a:p>
          <a:p>
            <a:r>
              <a:t>الجرافتون: حامل قوة الجاذبية المفترض.</a:t>
            </a:r>
          </a:p>
          <a:p>
            <a:r>
              <a:t>نظريات الأوتار والجاذبية الحلقية: محاولات للحل.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الجاذبية عملياً: تقنيات ومعالم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نظام تحديد المواقع العالمي (GPS) والنسبية.</a:t>
            </a:r>
          </a:p>
          <a:p>
            <a:r>
              <a:t>استكشاف الفضاء والتنبؤ بالمسارات الفلكية.</a:t>
            </a:r>
          </a:p>
          <a:p>
            <a:r>
              <a:t>الهندسة الفلكية وتصوير الثقوب السوداء.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آفاق الجاذبية: أسئلة بلا إجابات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طبيعة المادة والطاقة المظلمة: لغز كوني.</a:t>
            </a:r>
          </a:p>
          <a:p>
            <a:r>
              <a:t>فهم الثقوب السوداء الكمومية: مفارقات وأبعاد.</a:t>
            </a:r>
          </a:p>
          <a:p>
            <a:r>
              <a:t>البحث عن نظرية الجاذبية الكمومية الشاملة.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