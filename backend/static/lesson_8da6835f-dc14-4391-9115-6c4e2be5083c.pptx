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يا هلا ويا مرحبا بأبطالنا! وش قصة الجاذبية؟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يا حلوين، تتذكرون لما ترمون الكورة فوق، وش يصير فيها؟ ترجع تنزل صح؟ هذا هو سر الجاذبية اللي نبي نسولف عنه اليوم.</a:t>
            </a:r>
          </a:p>
          <a:p>
            <a:r>
              <a:t>هالشي اللي يخلي الكورة تنزل، والتفاحة تطيح، وإحنا ما نطير في السما، اسمه 'الجاذبية'. هي قوة سحرية ما نشوفها بس نحس فيها.</a:t>
            </a:r>
          </a:p>
          <a:p>
            <a:r>
              <a:t>الجاذبية هذي كأنها يد كبيرة مرة قوية، بس إحنا ما نشوفها، قاعدة تسحب كل شي لتحت، باتجاه الأرض، عشان ما نطير.</a:t>
            </a:r>
          </a:p>
          <a:p>
            <a:r>
              <a:t>شوفوا معي أي شي ترمونه فوق، لازم يرجع ينزل على طول. هذي قوة الأرض اللي تسحب كل شي حولها بقوة عظيمة.</a:t>
            </a:r>
          </a:p>
          <a:p>
            <a:r>
              <a:t>الجاذبية هي اللي تخلينا نمشي ونلعب ونجري على الأرض كذا مرتاحين وما نحس إننا بنطيح في أي لحظة.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كيف تشتغل الجاذبية؟ قصة التفاحة اللي طاحت!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تتذكرون قصة العالم الذكي اللي كان قاعد تحت شجرة تفاح؟ اسمه نيوتن! كان يطالع في التفاحات.</a:t>
            </a:r>
          </a:p>
          <a:p>
            <a:r>
              <a:t>جات تفاحة طاحت على راسه! هنا فكر نيوتن وقال: 'ليه التفاحة هذي طاحت تحت وما راحت يمين ولا يسار ولا فوق؟'.</a:t>
            </a:r>
          </a:p>
          <a:p>
            <a:r>
              <a:t>التفاحة طاحت يا حلوين عشان الجاذبية اللي من الأرض سحبتها بقوة لتحت وقالت لها تعالي هنا.</a:t>
            </a:r>
          </a:p>
          <a:p>
            <a:r>
              <a:t>لما تنطون فوق بقوة، وش يصير فيكم؟ ترجعون تنزلون على الأرض! هذي بعد الجاذبية هي اللي تسحبكم.</a:t>
            </a:r>
          </a:p>
          <a:p>
            <a:r>
              <a:t>يعني الجاذبية يا أبطال، هي اللي تخلي كل شي له وزن ينجذب للأرض، زي المغناطيس الكبير اللي يسحب الأشياء.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الجاذبية: قوة سحرية بكل مكان حوالينا!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 يا أبطال هي اللي تخلي المويه في البحر ما تطير في السما، تخليها قاعدة في مكانها وماتروح بعيد.</a:t>
            </a:r>
          </a:p>
          <a:p>
            <a:r>
              <a:t>إحنا قاعدين نمشي على الأرض كذا مرتاحين ومبسوطين، كلها بفضل الجاذبية اللي ما تخلينا نطيح ونطير في الفضا.</a:t>
            </a:r>
          </a:p>
          <a:p>
            <a:r>
              <a:t>حتى القمر اللي نشوفه في الليل، والشمس اللي تعطينا نور وحرارة، وكل الكواكب اللي في السما، الجاذبية هي اللي رابطتهم ببعض ومخلتهم يدورون صح في أماكنهم.</a:t>
            </a:r>
          </a:p>
          <a:p>
            <a:r>
              <a:t>كل كوكب عنده جاذبيته الخاصة اللي تختلف عن غيره، عشان كذا لو رحتوا القمر تحسون إنكم خفيفين وتقدرون تنطون أعلى بكثير من هنا!</a:t>
            </a:r>
          </a:p>
          <a:p>
            <a:r>
              <a:t>الجاذبية تخلينا ما نطير، وتخلي كل شي مكانه، وكمان تخلي المطر ينزل علينا من السما عشان نشرب وتسقى الأشجار.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